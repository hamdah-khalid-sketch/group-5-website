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A4A4A"/>
    <a:srgbClr val="2222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8" d="100"/>
          <a:sy n="58" d="100"/>
        </p:scale>
        <p:origin x="26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mdah khalid" userId="786b5fe71508baa0" providerId="LiveId" clId="{FBA44AC7-63AC-420F-9C62-9348EC2F856D}"/>
    <pc:docChg chg="custSel modSld modMainMaster">
      <pc:chgData name="hamdah khalid" userId="786b5fe71508baa0" providerId="LiveId" clId="{FBA44AC7-63AC-420F-9C62-9348EC2F856D}" dt="2026-01-04T17:32:43.692" v="151" actId="14100"/>
      <pc:docMkLst>
        <pc:docMk/>
      </pc:docMkLst>
      <pc:sldChg chg="delSp modSp mod modTransition setBg modAnim">
        <pc:chgData name="hamdah khalid" userId="786b5fe71508baa0" providerId="LiveId" clId="{FBA44AC7-63AC-420F-9C62-9348EC2F856D}" dt="2026-01-04T17:29:52.661" v="93"/>
        <pc:sldMkLst>
          <pc:docMk/>
          <pc:sldMk cId="1699614210" sldId="256"/>
        </pc:sldMkLst>
        <pc:spChg chg="mod">
          <ac:chgData name="hamdah khalid" userId="786b5fe71508baa0" providerId="LiveId" clId="{FBA44AC7-63AC-420F-9C62-9348EC2F856D}" dt="2026-01-04T17:28:49.643" v="80" actId="14100"/>
          <ac:spMkLst>
            <pc:docMk/>
            <pc:sldMk cId="1699614210" sldId="256"/>
            <ac:spMk id="2" creationId="{B13EAD2F-90C0-D52A-775F-369F9FA0F6E1}"/>
          </ac:spMkLst>
        </pc:spChg>
        <pc:spChg chg="mod">
          <ac:chgData name="hamdah khalid" userId="786b5fe71508baa0" providerId="LiveId" clId="{FBA44AC7-63AC-420F-9C62-9348EC2F856D}" dt="2026-01-04T17:29:20.768" v="86" actId="12"/>
          <ac:spMkLst>
            <pc:docMk/>
            <pc:sldMk cId="1699614210" sldId="256"/>
            <ac:spMk id="3" creationId="{86A3FE43-469E-BB37-4DEE-9911436EA687}"/>
          </ac:spMkLst>
        </pc:spChg>
        <pc:spChg chg="del">
          <ac:chgData name="hamdah khalid" userId="786b5fe71508baa0" providerId="LiveId" clId="{FBA44AC7-63AC-420F-9C62-9348EC2F856D}" dt="2026-01-04T17:29:28.299" v="87" actId="478"/>
          <ac:spMkLst>
            <pc:docMk/>
            <pc:sldMk cId="1699614210" sldId="256"/>
            <ac:spMk id="4" creationId="{B94EFAB6-A7BB-9E97-9573-183C839E909C}"/>
          </ac:spMkLst>
        </pc:spChg>
        <pc:cxnChg chg="mod">
          <ac:chgData name="hamdah khalid" userId="786b5fe71508baa0" providerId="LiveId" clId="{FBA44AC7-63AC-420F-9C62-9348EC2F856D}" dt="2026-01-04T17:28:56.548" v="81" actId="1076"/>
          <ac:cxnSpMkLst>
            <pc:docMk/>
            <pc:sldMk cId="1699614210" sldId="256"/>
            <ac:cxnSpMk id="6" creationId="{CF94FD77-2381-896D-A2E4-C07E3F64AB79}"/>
          </ac:cxnSpMkLst>
        </pc:cxnChg>
      </pc:sldChg>
      <pc:sldChg chg="delSp mod modTransition">
        <pc:chgData name="hamdah khalid" userId="786b5fe71508baa0" providerId="LiveId" clId="{FBA44AC7-63AC-420F-9C62-9348EC2F856D}" dt="2026-01-04T17:31:29.614" v="140" actId="478"/>
        <pc:sldMkLst>
          <pc:docMk/>
          <pc:sldMk cId="4217247770" sldId="257"/>
        </pc:sldMkLst>
        <pc:spChg chg="del">
          <ac:chgData name="hamdah khalid" userId="786b5fe71508baa0" providerId="LiveId" clId="{FBA44AC7-63AC-420F-9C62-9348EC2F856D}" dt="2026-01-04T17:31:29.614" v="140" actId="478"/>
          <ac:spMkLst>
            <pc:docMk/>
            <pc:sldMk cId="4217247770" sldId="257"/>
            <ac:spMk id="4" creationId="{322FB0CA-FE27-81D7-61C7-A329576B8EFC}"/>
          </ac:spMkLst>
        </pc:spChg>
      </pc:sldChg>
      <pc:sldChg chg="delSp mod modTransition">
        <pc:chgData name="hamdah khalid" userId="786b5fe71508baa0" providerId="LiveId" clId="{FBA44AC7-63AC-420F-9C62-9348EC2F856D}" dt="2026-01-04T17:31:34.176" v="141" actId="478"/>
        <pc:sldMkLst>
          <pc:docMk/>
          <pc:sldMk cId="3427114507" sldId="258"/>
        </pc:sldMkLst>
        <pc:spChg chg="del">
          <ac:chgData name="hamdah khalid" userId="786b5fe71508baa0" providerId="LiveId" clId="{FBA44AC7-63AC-420F-9C62-9348EC2F856D}" dt="2026-01-04T17:31:34.176" v="141" actId="478"/>
          <ac:spMkLst>
            <pc:docMk/>
            <pc:sldMk cId="3427114507" sldId="258"/>
            <ac:spMk id="7" creationId="{AB55D6E7-A20E-80BF-3B88-F196C05DBFB7}"/>
          </ac:spMkLst>
        </pc:spChg>
      </pc:sldChg>
      <pc:sldChg chg="delSp mod modTransition">
        <pc:chgData name="hamdah khalid" userId="786b5fe71508baa0" providerId="LiveId" clId="{FBA44AC7-63AC-420F-9C62-9348EC2F856D}" dt="2026-01-04T17:31:40.477" v="142" actId="478"/>
        <pc:sldMkLst>
          <pc:docMk/>
          <pc:sldMk cId="2115141400" sldId="259"/>
        </pc:sldMkLst>
        <pc:spChg chg="del">
          <ac:chgData name="hamdah khalid" userId="786b5fe71508baa0" providerId="LiveId" clId="{FBA44AC7-63AC-420F-9C62-9348EC2F856D}" dt="2026-01-04T17:31:40.477" v="142" actId="478"/>
          <ac:spMkLst>
            <pc:docMk/>
            <pc:sldMk cId="2115141400" sldId="259"/>
            <ac:spMk id="7" creationId="{560AAC39-6544-D6DA-AABF-65F464485C61}"/>
          </ac:spMkLst>
        </pc:spChg>
      </pc:sldChg>
      <pc:sldChg chg="delSp modSp mod modTransition">
        <pc:chgData name="hamdah khalid" userId="786b5fe71508baa0" providerId="LiveId" clId="{FBA44AC7-63AC-420F-9C62-9348EC2F856D}" dt="2026-01-04T17:31:48.504" v="144" actId="478"/>
        <pc:sldMkLst>
          <pc:docMk/>
          <pc:sldMk cId="1653868886" sldId="260"/>
        </pc:sldMkLst>
        <pc:spChg chg="del mod">
          <ac:chgData name="hamdah khalid" userId="786b5fe71508baa0" providerId="LiveId" clId="{FBA44AC7-63AC-420F-9C62-9348EC2F856D}" dt="2026-01-04T17:31:48.504" v="144" actId="478"/>
          <ac:spMkLst>
            <pc:docMk/>
            <pc:sldMk cId="1653868886" sldId="260"/>
            <ac:spMk id="9" creationId="{4176519B-0026-86A9-DACC-37FBBFC0E6CC}"/>
          </ac:spMkLst>
        </pc:spChg>
      </pc:sldChg>
      <pc:sldChg chg="delSp mod modTransition">
        <pc:chgData name="hamdah khalid" userId="786b5fe71508baa0" providerId="LiveId" clId="{FBA44AC7-63AC-420F-9C62-9348EC2F856D}" dt="2026-01-04T17:31:52.577" v="145" actId="478"/>
        <pc:sldMkLst>
          <pc:docMk/>
          <pc:sldMk cId="1514792983" sldId="261"/>
        </pc:sldMkLst>
        <pc:spChg chg="del">
          <ac:chgData name="hamdah khalid" userId="786b5fe71508baa0" providerId="LiveId" clId="{FBA44AC7-63AC-420F-9C62-9348EC2F856D}" dt="2026-01-04T17:31:52.577" v="145" actId="478"/>
          <ac:spMkLst>
            <pc:docMk/>
            <pc:sldMk cId="1514792983" sldId="261"/>
            <ac:spMk id="8" creationId="{6B39A7F8-C12B-4EAB-DC51-0D4E83DE3266}"/>
          </ac:spMkLst>
        </pc:spChg>
      </pc:sldChg>
      <pc:sldChg chg="delSp mod modTransition">
        <pc:chgData name="hamdah khalid" userId="786b5fe71508baa0" providerId="LiveId" clId="{FBA44AC7-63AC-420F-9C62-9348EC2F856D}" dt="2026-01-04T17:31:57.071" v="146" actId="478"/>
        <pc:sldMkLst>
          <pc:docMk/>
          <pc:sldMk cId="3189469062" sldId="262"/>
        </pc:sldMkLst>
        <pc:spChg chg="del">
          <ac:chgData name="hamdah khalid" userId="786b5fe71508baa0" providerId="LiveId" clId="{FBA44AC7-63AC-420F-9C62-9348EC2F856D}" dt="2026-01-04T17:31:57.071" v="146" actId="478"/>
          <ac:spMkLst>
            <pc:docMk/>
            <pc:sldMk cId="3189469062" sldId="262"/>
            <ac:spMk id="4" creationId="{577974F3-929B-0BBE-CBAF-4F1DEC291B34}"/>
          </ac:spMkLst>
        </pc:spChg>
      </pc:sldChg>
      <pc:sldChg chg="delSp modSp mod modTransition">
        <pc:chgData name="hamdah khalid" userId="786b5fe71508baa0" providerId="LiveId" clId="{FBA44AC7-63AC-420F-9C62-9348EC2F856D}" dt="2026-01-04T17:32:43.692" v="151" actId="14100"/>
        <pc:sldMkLst>
          <pc:docMk/>
          <pc:sldMk cId="3875843508" sldId="263"/>
        </pc:sldMkLst>
        <pc:spChg chg="mod">
          <ac:chgData name="hamdah khalid" userId="786b5fe71508baa0" providerId="LiveId" clId="{FBA44AC7-63AC-420F-9C62-9348EC2F856D}" dt="2026-01-04T17:32:43.692" v="151" actId="14100"/>
          <ac:spMkLst>
            <pc:docMk/>
            <pc:sldMk cId="3875843508" sldId="263"/>
            <ac:spMk id="3" creationId="{A66836FD-E694-1DCC-410A-922E1A514A45}"/>
          </ac:spMkLst>
        </pc:spChg>
        <pc:spChg chg="del mod">
          <ac:chgData name="hamdah khalid" userId="786b5fe71508baa0" providerId="LiveId" clId="{FBA44AC7-63AC-420F-9C62-9348EC2F856D}" dt="2026-01-04T17:32:03.641" v="148" actId="478"/>
          <ac:spMkLst>
            <pc:docMk/>
            <pc:sldMk cId="3875843508" sldId="263"/>
            <ac:spMk id="4" creationId="{5F9C8F0E-6EBD-A1A8-048D-E9A2FB5FDB7F}"/>
          </ac:spMkLst>
        </pc:spChg>
      </pc:sldChg>
      <pc:sldChg chg="delSp modSp mod modTransition modAnim">
        <pc:chgData name="hamdah khalid" userId="786b5fe71508baa0" providerId="LiveId" clId="{FBA44AC7-63AC-420F-9C62-9348EC2F856D}" dt="2026-01-04T17:32:07.087" v="149" actId="478"/>
        <pc:sldMkLst>
          <pc:docMk/>
          <pc:sldMk cId="1207604619" sldId="264"/>
        </pc:sldMkLst>
        <pc:spChg chg="mod">
          <ac:chgData name="hamdah khalid" userId="786b5fe71508baa0" providerId="LiveId" clId="{FBA44AC7-63AC-420F-9C62-9348EC2F856D}" dt="2026-01-03T14:53:25.140" v="9" actId="207"/>
          <ac:spMkLst>
            <pc:docMk/>
            <pc:sldMk cId="1207604619" sldId="264"/>
            <ac:spMk id="3" creationId="{CA0E5C26-0EA4-F23B-D27F-A8D894C3422B}"/>
          </ac:spMkLst>
        </pc:spChg>
        <pc:spChg chg="del">
          <ac:chgData name="hamdah khalid" userId="786b5fe71508baa0" providerId="LiveId" clId="{FBA44AC7-63AC-420F-9C62-9348EC2F856D}" dt="2026-01-04T17:32:07.087" v="149" actId="478"/>
          <ac:spMkLst>
            <pc:docMk/>
            <pc:sldMk cId="1207604619" sldId="264"/>
            <ac:spMk id="4" creationId="{3CDC72B7-0762-062B-182F-A5336F720C0F}"/>
          </ac:spMkLst>
        </pc:spChg>
      </pc:sldChg>
      <pc:sldChg chg="delSp mod modTransition">
        <pc:chgData name="hamdah khalid" userId="786b5fe71508baa0" providerId="LiveId" clId="{FBA44AC7-63AC-420F-9C62-9348EC2F856D}" dt="2026-01-04T17:32:10.956" v="150" actId="478"/>
        <pc:sldMkLst>
          <pc:docMk/>
          <pc:sldMk cId="1395850068" sldId="265"/>
        </pc:sldMkLst>
        <pc:spChg chg="del">
          <ac:chgData name="hamdah khalid" userId="786b5fe71508baa0" providerId="LiveId" clId="{FBA44AC7-63AC-420F-9C62-9348EC2F856D}" dt="2026-01-04T17:32:10.956" v="150" actId="478"/>
          <ac:spMkLst>
            <pc:docMk/>
            <pc:sldMk cId="1395850068" sldId="265"/>
            <ac:spMk id="4" creationId="{634ECF25-8A97-86CA-7F21-62321ADB584C}"/>
          </ac:spMkLst>
        </pc:spChg>
      </pc:sldChg>
      <pc:sldMasterChg chg="setBg modSldLayout">
        <pc:chgData name="hamdah khalid" userId="786b5fe71508baa0" providerId="LiveId" clId="{FBA44AC7-63AC-420F-9C62-9348EC2F856D}" dt="2026-01-04T17:29:32.892" v="88"/>
        <pc:sldMasterMkLst>
          <pc:docMk/>
          <pc:sldMasterMk cId="2408300352" sldId="2147483648"/>
        </pc:sldMasterMkLst>
        <pc:sldLayoutChg chg="setBg">
          <pc:chgData name="hamdah khalid" userId="786b5fe71508baa0" providerId="LiveId" clId="{FBA44AC7-63AC-420F-9C62-9348EC2F856D}" dt="2026-01-04T17:29:32.892" v="88"/>
          <pc:sldLayoutMkLst>
            <pc:docMk/>
            <pc:sldMasterMk cId="2408300352" sldId="2147483648"/>
            <pc:sldLayoutMk cId="4230413684" sldId="2147483649"/>
          </pc:sldLayoutMkLst>
        </pc:sldLayoutChg>
        <pc:sldLayoutChg chg="setBg">
          <pc:chgData name="hamdah khalid" userId="786b5fe71508baa0" providerId="LiveId" clId="{FBA44AC7-63AC-420F-9C62-9348EC2F856D}" dt="2026-01-04T17:29:32.892" v="88"/>
          <pc:sldLayoutMkLst>
            <pc:docMk/>
            <pc:sldMasterMk cId="2408300352" sldId="2147483648"/>
            <pc:sldLayoutMk cId="1540986064" sldId="2147483650"/>
          </pc:sldLayoutMkLst>
        </pc:sldLayoutChg>
        <pc:sldLayoutChg chg="setBg">
          <pc:chgData name="hamdah khalid" userId="786b5fe71508baa0" providerId="LiveId" clId="{FBA44AC7-63AC-420F-9C62-9348EC2F856D}" dt="2026-01-04T17:29:32.892" v="88"/>
          <pc:sldLayoutMkLst>
            <pc:docMk/>
            <pc:sldMasterMk cId="2408300352" sldId="2147483648"/>
            <pc:sldLayoutMk cId="3252634224" sldId="2147483651"/>
          </pc:sldLayoutMkLst>
        </pc:sldLayoutChg>
        <pc:sldLayoutChg chg="setBg">
          <pc:chgData name="hamdah khalid" userId="786b5fe71508baa0" providerId="LiveId" clId="{FBA44AC7-63AC-420F-9C62-9348EC2F856D}" dt="2026-01-04T17:29:32.892" v="88"/>
          <pc:sldLayoutMkLst>
            <pc:docMk/>
            <pc:sldMasterMk cId="2408300352" sldId="2147483648"/>
            <pc:sldLayoutMk cId="4241066656" sldId="2147483652"/>
          </pc:sldLayoutMkLst>
        </pc:sldLayoutChg>
        <pc:sldLayoutChg chg="setBg">
          <pc:chgData name="hamdah khalid" userId="786b5fe71508baa0" providerId="LiveId" clId="{FBA44AC7-63AC-420F-9C62-9348EC2F856D}" dt="2026-01-04T17:29:32.892" v="88"/>
          <pc:sldLayoutMkLst>
            <pc:docMk/>
            <pc:sldMasterMk cId="2408300352" sldId="2147483648"/>
            <pc:sldLayoutMk cId="1405624533" sldId="2147483653"/>
          </pc:sldLayoutMkLst>
        </pc:sldLayoutChg>
        <pc:sldLayoutChg chg="setBg">
          <pc:chgData name="hamdah khalid" userId="786b5fe71508baa0" providerId="LiveId" clId="{FBA44AC7-63AC-420F-9C62-9348EC2F856D}" dt="2026-01-04T17:29:32.892" v="88"/>
          <pc:sldLayoutMkLst>
            <pc:docMk/>
            <pc:sldMasterMk cId="2408300352" sldId="2147483648"/>
            <pc:sldLayoutMk cId="164240114" sldId="2147483654"/>
          </pc:sldLayoutMkLst>
        </pc:sldLayoutChg>
        <pc:sldLayoutChg chg="setBg">
          <pc:chgData name="hamdah khalid" userId="786b5fe71508baa0" providerId="LiveId" clId="{FBA44AC7-63AC-420F-9C62-9348EC2F856D}" dt="2026-01-04T17:29:32.892" v="88"/>
          <pc:sldLayoutMkLst>
            <pc:docMk/>
            <pc:sldMasterMk cId="2408300352" sldId="2147483648"/>
            <pc:sldLayoutMk cId="321760074" sldId="2147483655"/>
          </pc:sldLayoutMkLst>
        </pc:sldLayoutChg>
        <pc:sldLayoutChg chg="setBg">
          <pc:chgData name="hamdah khalid" userId="786b5fe71508baa0" providerId="LiveId" clId="{FBA44AC7-63AC-420F-9C62-9348EC2F856D}" dt="2026-01-04T17:29:32.892" v="88"/>
          <pc:sldLayoutMkLst>
            <pc:docMk/>
            <pc:sldMasterMk cId="2408300352" sldId="2147483648"/>
            <pc:sldLayoutMk cId="1504251209" sldId="2147483656"/>
          </pc:sldLayoutMkLst>
        </pc:sldLayoutChg>
        <pc:sldLayoutChg chg="setBg">
          <pc:chgData name="hamdah khalid" userId="786b5fe71508baa0" providerId="LiveId" clId="{FBA44AC7-63AC-420F-9C62-9348EC2F856D}" dt="2026-01-04T17:29:32.892" v="88"/>
          <pc:sldLayoutMkLst>
            <pc:docMk/>
            <pc:sldMasterMk cId="2408300352" sldId="2147483648"/>
            <pc:sldLayoutMk cId="1881505564" sldId="2147483657"/>
          </pc:sldLayoutMkLst>
        </pc:sldLayoutChg>
        <pc:sldLayoutChg chg="setBg">
          <pc:chgData name="hamdah khalid" userId="786b5fe71508baa0" providerId="LiveId" clId="{FBA44AC7-63AC-420F-9C62-9348EC2F856D}" dt="2026-01-04T17:29:32.892" v="88"/>
          <pc:sldLayoutMkLst>
            <pc:docMk/>
            <pc:sldMasterMk cId="2408300352" sldId="2147483648"/>
            <pc:sldLayoutMk cId="869500451" sldId="2147483658"/>
          </pc:sldLayoutMkLst>
        </pc:sldLayoutChg>
        <pc:sldLayoutChg chg="setBg">
          <pc:chgData name="hamdah khalid" userId="786b5fe71508baa0" providerId="LiveId" clId="{FBA44AC7-63AC-420F-9C62-9348EC2F856D}" dt="2026-01-04T17:29:32.892" v="88"/>
          <pc:sldLayoutMkLst>
            <pc:docMk/>
            <pc:sldMasterMk cId="2408300352" sldId="2147483648"/>
            <pc:sldLayoutMk cId="3448380028" sldId="214748365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49212B-E2E8-4A8C-889C-B247C8EEC885}" type="datetimeFigureOut">
              <a:rPr lang="en-US" smtClean="0"/>
              <a:t>04-Jan-26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4506C7-D9EF-457C-B7D5-4C5158BC13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5244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03A5E-FFAC-D9AA-8891-1B267F20BB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97A40E-C810-00B8-C9DE-A2D05F93C5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84CA96-FE37-ECAF-03A0-8908FBFE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61760"/>
            <a:ext cx="12192000" cy="396240"/>
          </a:xfrm>
          <a:prstGeom prst="rect">
            <a:avLst/>
          </a:prstGeom>
        </p:spPr>
        <p:txBody>
          <a:bodyPr anchor="t"/>
          <a:lstStyle/>
          <a:p>
            <a:r>
              <a:rPr lang="en-US" dirty="0" err="1"/>
              <a:t>Applicationsof</a:t>
            </a:r>
            <a:r>
              <a:rPr lang="en-US" dirty="0"/>
              <a:t> ICT | Mam Ramsha Khalid | Hamdah khalid (224) , Emaan </a:t>
            </a:r>
            <a:r>
              <a:rPr lang="en-US" dirty="0" err="1"/>
              <a:t>shahzad</a:t>
            </a:r>
            <a:r>
              <a:rPr lang="en-US" dirty="0"/>
              <a:t> (199) , </a:t>
            </a:r>
            <a:r>
              <a:rPr lang="en-US" dirty="0" err="1"/>
              <a:t>Saffana</a:t>
            </a:r>
            <a:r>
              <a:rPr lang="en-US" dirty="0"/>
              <a:t> </a:t>
            </a:r>
            <a:r>
              <a:rPr lang="en-US" dirty="0" err="1"/>
              <a:t>riaz</a:t>
            </a:r>
            <a:r>
              <a:rPr lang="en-US" dirty="0"/>
              <a:t> (188) , Abuzar </a:t>
            </a:r>
            <a:r>
              <a:rPr lang="en-US" dirty="0" err="1"/>
              <a:t>bhatti</a:t>
            </a:r>
            <a:r>
              <a:rPr lang="en-US" dirty="0"/>
              <a:t> (195)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04136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D7BE0-7B88-F9D5-6404-9C3207760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80704-95DC-22BE-48DE-353B97A927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298CB2-23A9-8975-18C6-C73EAA77C8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0F9F42-361F-AA23-A9A1-652543F8B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Applicationsof ICT | Mam Ramsha Khalid | Hamdah khalid (224) , Emaan shahzad (199) , Saffana riaz (188) , Abuzar bhatti (195)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55C61D-6536-C1B2-8372-3FFCC5BA7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8D5AF7E-BBB4-489D-8E20-CBE8358E2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986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BD9E1-1978-F98D-47AC-F061C1A6C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E28EBE-FD68-858E-99F1-48525072C8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DC817D-F171-D36E-23ED-F187ED47D7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2C352-41B2-46F9-8029-996DF0CD0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Applicationsof ICT | Mam Ramsha Khalid | Hamdah khalid (224) , Emaan shahzad (199) , Saffana riaz (188) , Abuzar bhatti (195)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090311-12B4-8C96-28DC-342997F39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8D5AF7E-BBB4-489D-8E20-CBE8358E2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634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C3F06-D397-1A81-5666-C533AFB69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C16253-A6C1-5A0C-F83D-6FD6120087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5F2531-4FF6-CFC0-795A-2817CE0369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4B9ED4-3E14-225F-95F8-5BC831B46B5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931481-D388-0316-8B4D-EA157D6FF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Applicationsof ICT | Mam Ramsha Khalid | Hamdah khalid (224) , Emaan shahzad (199) , Saffana riaz (188) , Abuzar bhatti (195)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57ED9E-DA74-5A22-1237-DAF37FA44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8D5AF7E-BBB4-489D-8E20-CBE8358E2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066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ED29D-ECB4-486F-1C32-59E8EF3DF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C6AE68-C29A-072A-A012-3A073947A7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657B6A-A81C-332B-41EE-B6DE786B15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A9599E-5EBC-7EF1-1FB1-BFCD386064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80FA85-B7E8-8C36-267E-5803C92286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0E03E3-50A3-C890-B356-332640E11E7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717FB8-ECCF-2639-3E1F-BD4BEC9B7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Applicationsof ICT | Mam Ramsha Khalid | Hamdah khalid (224) , Emaan shahzad (199) , Saffana riaz (188) , Abuzar bhatti (195)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7A645F-DBBA-CB2F-B6B9-BA253E323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8D5AF7E-BBB4-489D-8E20-CBE8358E2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624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E4986-B3DC-8637-F309-184EF8643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6D6D8B-0DEE-11C9-36EB-9D4F0C8C93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47D711-D50E-FFB8-1804-067BE14F7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Applicationsof ICT | Mam Ramsha Khalid | Hamdah khalid (224) , Emaan shahzad (199) , Saffana riaz (188) , Abuzar bhatti (195)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8FEF91-074B-2030-8517-4C40EDAED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8D5AF7E-BBB4-489D-8E20-CBE8358E2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40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0FEAA0-5465-12F9-59D7-F78C5381A1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64E18C-C436-9DB5-6A51-DC2FCCC56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Applicationsof ICT | Mam Ramsha Khalid | Hamdah khalid (224) , Emaan shahzad (199) , Saffana riaz (188) , Abuzar bhatti (195)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3FDA8C-EA81-C79B-7EDA-5BD851454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8D5AF7E-BBB4-489D-8E20-CBE8358E2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60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6A543-C5C2-A4BF-4508-5D5AB0439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31C56F-FA96-4119-03A7-E6A1E3170A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E0B614-BD8C-BAE8-FCBB-1534C85DC5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425788-90C3-A8F8-5087-9AD921A84A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322BD1-EDF2-17F8-9C02-A8B2C3F1C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Applicationsof ICT | Mam Ramsha Khalid | Hamdah khalid (224) , Emaan shahzad (199) , Saffana riaz (188) , Abuzar bhatti (195)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5626F8-98B8-8648-5F9A-951202544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8D5AF7E-BBB4-489D-8E20-CBE8358E2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251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FE1C1-0174-31CB-F93A-6B029B75D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DAD075-76D4-E1C6-8460-4DC80A5411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43802-A811-B4A7-07DA-466CEB4B28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95C9A4-C1AC-A256-5E42-888AB6CB319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2B2F3E-FAC8-E9B4-B6DB-688B377FB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Applicationsof ICT | Mam Ramsha Khalid | Hamdah khalid (224) , Emaan shahzad (199) , Saffana riaz (188) , Abuzar bhatti (195)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450300-6126-4D9E-CFD0-0D15B8094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8D5AF7E-BBB4-489D-8E20-CBE8358E2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505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F620D-51B5-E651-A695-7EED2935E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105BC7-B5CF-22D2-443C-DCAD054ED4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67B8CA-B691-B8CB-2CA6-33D8FA9BBB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7CA71-E0FE-36D8-3F62-D25582513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Applicationsof ICT | Mam Ramsha Khalid | Hamdah khalid (224) , Emaan shahzad (199) , Saffana riaz (188) , Abuzar bhatti (195)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32E4F0-6BB9-A20F-1C45-713B0D25D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8D5AF7E-BBB4-489D-8E20-CBE8358E2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500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FC79F1-29D8-A1F2-B2CC-53CE4298A2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080449-10CD-E840-EC2F-729D744B7C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3C93CC-36AE-9161-7D04-139FA7F828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FD7829-A618-E6C2-3104-7A802F2C7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Applicationsof ICT | Mam Ramsha Khalid | Hamdah khalid (224) , Emaan shahzad (199) , Saffana riaz (188) , Abuzar bhatti (195)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DDAF32-B44F-F169-070F-CA125FD50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8D5AF7E-BBB4-489D-8E20-CBE8358E2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380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>
                <a:lumMod val="85000"/>
              </a:schemeClr>
            </a:gs>
            <a:gs pos="100000">
              <a:schemeClr val="accent5">
                <a:lumMod val="75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41E2E7-4697-1BD4-1003-205E2AC0A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4BE632-AFE6-7F0A-AF0B-32C50D9ADF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C6261412-88B6-0A31-49DC-FF06607136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6360160"/>
            <a:ext cx="12192000" cy="4978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rgbClr val="5C6AC4">
                    <a:alpha val="80000"/>
                  </a:srgbClr>
                </a:solidFill>
              </a:defRPr>
            </a:lvl1pPr>
          </a:lstStyle>
          <a:p>
            <a:pPr>
              <a:lnSpc>
                <a:spcPct val="300000"/>
              </a:lnSpc>
            </a:pPr>
            <a:r>
              <a:rPr lang="en-US" dirty="0" err="1"/>
              <a:t>Applicationsof</a:t>
            </a:r>
            <a:r>
              <a:rPr lang="en-US" dirty="0"/>
              <a:t> ICT | Mam Ramsha Khalid | Hamdah khalid (224) , Emaan </a:t>
            </a:r>
            <a:r>
              <a:rPr lang="en-US" dirty="0" err="1"/>
              <a:t>shahzad</a:t>
            </a:r>
            <a:r>
              <a:rPr lang="en-US" dirty="0"/>
              <a:t> (199) , </a:t>
            </a:r>
            <a:r>
              <a:rPr lang="en-US" dirty="0" err="1"/>
              <a:t>Saffana</a:t>
            </a:r>
            <a:r>
              <a:rPr lang="en-US" dirty="0"/>
              <a:t> </a:t>
            </a:r>
            <a:r>
              <a:rPr lang="en-US" dirty="0" err="1"/>
              <a:t>riaz</a:t>
            </a:r>
            <a:r>
              <a:rPr lang="en-US" dirty="0"/>
              <a:t> (188) , Abuzar </a:t>
            </a:r>
            <a:r>
              <a:rPr lang="en-US" dirty="0" err="1"/>
              <a:t>bhatti</a:t>
            </a:r>
            <a:r>
              <a:rPr lang="en-US" dirty="0"/>
              <a:t> (195)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408300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img.rawpixel.com/s3fs-private/rawpixel_images/website_content/v478-taus-20-technology_1.jpg" TargetMode="Externa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EAD2F-90C0-D52A-775F-369F9FA0F6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01402" y="10479"/>
            <a:ext cx="9144000" cy="1399680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Tech Workshops Platform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A3FE43-469E-BB37-4DEE-9911436EA6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8973" y="2049136"/>
            <a:ext cx="9379027" cy="3317129"/>
          </a:xfrm>
        </p:spPr>
        <p:txBody>
          <a:bodyPr>
            <a:normAutofit/>
          </a:bodyPr>
          <a:lstStyle/>
          <a:p>
            <a:pPr algn="l"/>
            <a:r>
              <a:rPr lang="en-US" sz="2800" b="1" dirty="0">
                <a:solidFill>
                  <a:schemeClr val="accent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Group members:</a:t>
            </a:r>
          </a:p>
          <a:p>
            <a:pPr marL="342900" indent="-342900" algn="l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Hamdah khalid (224) </a:t>
            </a:r>
          </a:p>
          <a:p>
            <a:pPr marL="342900" indent="-342900" algn="l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Emaan </a:t>
            </a:r>
            <a:r>
              <a:rPr lang="en-US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shahzad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(199) </a:t>
            </a:r>
          </a:p>
          <a:p>
            <a:pPr marL="342900" indent="-342900" algn="l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Saffana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riaz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(188) </a:t>
            </a:r>
          </a:p>
          <a:p>
            <a:pPr marL="342900" indent="-342900" algn="l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Abuzar </a:t>
            </a:r>
            <a:r>
              <a:rPr lang="en-US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bhatti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(195)</a:t>
            </a:r>
          </a:p>
          <a:p>
            <a:pPr marL="342900" indent="-342900" algn="l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Humna Qaiser (208)</a:t>
            </a:r>
          </a:p>
          <a:p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F94FD77-2381-896D-A2E4-C07E3F64AB79}"/>
              </a:ext>
            </a:extLst>
          </p:cNvPr>
          <p:cNvCxnSpPr/>
          <p:nvPr/>
        </p:nvCxnSpPr>
        <p:spPr>
          <a:xfrm>
            <a:off x="3816169" y="1491733"/>
            <a:ext cx="5229546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96142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pan dir="u"/>
        <p:sndAc>
          <p:stSnd>
            <p:snd r:embed="rId2" name="breeze.wav"/>
          </p:stSnd>
        </p:sndAc>
      </p:transition>
    </mc:Choice>
    <mc:Fallback>
      <p:transition>
        <p:fade/>
        <p:sndAc>
          <p:stSnd>
            <p:snd r:embed="rId2" name="breeze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F13F9-B3B7-821F-47AC-A0EBA9877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4A4A4A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Project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C3006A-312E-E130-432A-3BCB435E85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To design a centralized platform showcasing technical workshops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To categorize workshops by technology domains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To provide clear registration and exploration options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To create a visually engaging and user-friendly interface</a:t>
            </a:r>
          </a:p>
          <a:p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FAC28ED-6127-BC11-B5E2-22A299CD3E0B}"/>
              </a:ext>
            </a:extLst>
          </p:cNvPr>
          <p:cNvCxnSpPr>
            <a:cxnSpLocks/>
          </p:cNvCxnSpPr>
          <p:nvPr/>
        </p:nvCxnSpPr>
        <p:spPr>
          <a:xfrm>
            <a:off x="4212404" y="1345915"/>
            <a:ext cx="385280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72477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pan dir="u"/>
        <p:sndAc>
          <p:stSnd>
            <p:snd r:embed="rId2" name="breeze.wav"/>
          </p:stSnd>
        </p:sndAc>
      </p:transition>
    </mc:Choice>
    <mc:Fallback>
      <p:transition>
        <p:fade/>
        <p:sndAc>
          <p:stSnd>
            <p:snd r:embed="rId2" name="breeze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B744E-AD30-B5CE-F61C-3F6C51BA8E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11501" y="339047"/>
            <a:ext cx="9144000" cy="937517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4A4A4A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Website Overview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343EC7-D15A-54E5-AA93-885DDCFF5D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1F46B5-A0CE-5F97-B1A8-6C6B1344B3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474"/>
          <a:stretch>
            <a:fillRect/>
          </a:stretch>
        </p:blipFill>
        <p:spPr>
          <a:xfrm>
            <a:off x="925701" y="1493058"/>
            <a:ext cx="10515600" cy="3871883"/>
          </a:xfrm>
          <a:prstGeom prst="rect">
            <a:avLst/>
          </a:prstGeom>
          <a:ln w="12700">
            <a:solidFill>
              <a:schemeClr val="bg1">
                <a:lumMod val="85000"/>
              </a:schemeClr>
            </a:solidFill>
          </a:ln>
          <a:effectLst>
            <a:glow rad="101600">
              <a:srgbClr val="C3C1C1">
                <a:alpha val="40000"/>
              </a:srgbClr>
            </a:glow>
            <a:outerShdw blurRad="50800" dist="38100" dir="10800000" algn="r" rotWithShape="0">
              <a:schemeClr val="bg1">
                <a:lumMod val="65000"/>
                <a:alpha val="40000"/>
              </a:schemeClr>
            </a:outerShdw>
            <a:softEdge rad="12700"/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DE460CC-5F9A-739E-5823-1DAF86F04611}"/>
              </a:ext>
            </a:extLst>
          </p:cNvPr>
          <p:cNvSpPr txBox="1"/>
          <p:nvPr/>
        </p:nvSpPr>
        <p:spPr>
          <a:xfrm>
            <a:off x="925701" y="5618869"/>
            <a:ext cx="10515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i="1" dirty="0">
                <a:latin typeface="Segoe UI" panose="020B0502040204020203" pitchFamily="34" charset="0"/>
                <a:cs typeface="Segoe UI" panose="020B0502040204020203" pitchFamily="34" charset="0"/>
              </a:rPr>
              <a:t>Main landing section displaying workshop highlights and navigation</a:t>
            </a:r>
            <a:r>
              <a:rPr lang="en-US" sz="2000" i="1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535D6F0-3F59-5FF2-B180-B1023DBE4926}"/>
              </a:ext>
            </a:extLst>
          </p:cNvPr>
          <p:cNvCxnSpPr>
            <a:cxnSpLocks/>
          </p:cNvCxnSpPr>
          <p:nvPr/>
        </p:nvCxnSpPr>
        <p:spPr>
          <a:xfrm>
            <a:off x="4222679" y="1276564"/>
            <a:ext cx="3945276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71145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pan dir="u"/>
        <p:sndAc>
          <p:stSnd>
            <p:snd r:embed="rId2" name="breeze.wav"/>
          </p:stSnd>
        </p:sndAc>
      </p:transition>
    </mc:Choice>
    <mc:Fallback>
      <p:transition>
        <p:fade/>
        <p:sndAc>
          <p:stSnd>
            <p:snd r:embed="rId2" name="breeze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CAAB4-F4B2-3F3E-211F-51C7001FDD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0032" y="392898"/>
            <a:ext cx="9144000" cy="714656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4A4A4A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Workshop Categories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2DC1ED-2C34-2CB3-6ED3-1AEC7A921C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30157" y="1633591"/>
            <a:ext cx="10736495" cy="3873357"/>
          </a:xfrm>
        </p:spPr>
        <p:txBody>
          <a:bodyPr/>
          <a:lstStyle/>
          <a:p>
            <a:r>
              <a:rPr lang="en-US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52C82E-87D4-A724-D8E4-38E59C042F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0312" y="1483588"/>
            <a:ext cx="9743440" cy="4023360"/>
          </a:xfrm>
          <a:prstGeom prst="rect">
            <a:avLst/>
          </a:prstGeom>
          <a:effectLst>
            <a:glow rad="101600">
              <a:srgbClr val="C3C1C1">
                <a:alpha val="40000"/>
              </a:srgbClr>
            </a:glow>
            <a:outerShdw blurRad="50800" dist="38100" dir="10800000" algn="r" rotWithShape="0">
              <a:schemeClr val="bg1">
                <a:lumMod val="75000"/>
                <a:alpha val="40000"/>
              </a:schemeClr>
            </a:outerShdw>
            <a:softEdge rad="12700"/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EE04C87-3A3B-25D1-A8D7-8C65B99283B6}"/>
              </a:ext>
            </a:extLst>
          </p:cNvPr>
          <p:cNvSpPr txBox="1"/>
          <p:nvPr/>
        </p:nvSpPr>
        <p:spPr>
          <a:xfrm>
            <a:off x="1450312" y="5721679"/>
            <a:ext cx="98204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i="1" dirty="0">
                <a:latin typeface="Segoe UI" panose="020B0502040204020203" pitchFamily="34" charset="0"/>
                <a:cs typeface="Segoe UI" panose="020B0502040204020203" pitchFamily="34" charset="0"/>
              </a:rPr>
              <a:t>Categorized workshops allowing users to explore different technology domains.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04E6B24-629A-29E2-F56E-83E9AF0A5B45}"/>
              </a:ext>
            </a:extLst>
          </p:cNvPr>
          <p:cNvCxnSpPr>
            <a:cxnSpLocks/>
          </p:cNvCxnSpPr>
          <p:nvPr/>
        </p:nvCxnSpPr>
        <p:spPr>
          <a:xfrm>
            <a:off x="4366519" y="1136321"/>
            <a:ext cx="3945276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51414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pan dir="u"/>
        <p:sndAc>
          <p:stSnd>
            <p:snd r:embed="rId2" name="breeze.wav"/>
          </p:stSnd>
        </p:sndAc>
      </p:transition>
    </mc:Choice>
    <mc:Fallback>
      <p:transition>
        <p:fade/>
        <p:sndAc>
          <p:stSnd>
            <p:snd r:embed="rId2" name="breeze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85B97-3598-D476-AB2E-C85D5E7EC7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61493" y="423720"/>
            <a:ext cx="8715406" cy="629711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rgbClr val="4A4A4A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Course Card Design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666275-0F77-3C78-6759-E2E342A877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373330"/>
            <a:ext cx="9144000" cy="2884470"/>
          </a:xfrm>
        </p:spPr>
        <p:txBody>
          <a:bodyPr/>
          <a:lstStyle/>
          <a:p>
            <a:r>
              <a:rPr lang="en-US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D30A78-9FBC-7E51-542B-81FE9A49C8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493" y="1392061"/>
            <a:ext cx="8869013" cy="4073877"/>
          </a:xfrm>
          <a:prstGeom prst="rect">
            <a:avLst/>
          </a:prstGeom>
          <a:effectLst>
            <a:glow rad="101600">
              <a:srgbClr val="C3C1C1">
                <a:alpha val="40000"/>
              </a:srgbClr>
            </a:glow>
            <a:outerShdw blurRad="50800" dist="38100" dir="10800000" algn="r" rotWithShape="0">
              <a:schemeClr val="bg1">
                <a:lumMod val="75000"/>
                <a:alpha val="40000"/>
              </a:schemeClr>
            </a:outerShdw>
            <a:softEdge rad="12700"/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CA8C063-0A15-A546-FF92-C671B6ED95B0}"/>
              </a:ext>
            </a:extLst>
          </p:cNvPr>
          <p:cNvSpPr txBox="1"/>
          <p:nvPr/>
        </p:nvSpPr>
        <p:spPr>
          <a:xfrm>
            <a:off x="1918347" y="5661465"/>
            <a:ext cx="88690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i="1" dirty="0">
                <a:latin typeface="Segoe UI" panose="020B0502040204020203" pitchFamily="34" charset="0"/>
                <a:cs typeface="Segoe UI" panose="020B0502040204020203" pitchFamily="34" charset="0"/>
              </a:rPr>
              <a:t>Each card provides course title, action buttons, and pricing details</a:t>
            </a:r>
            <a:endParaRPr lang="en-US" sz="2000" dirty="0"/>
          </a:p>
        </p:txBody>
      </p:sp>
      <p:sp>
        <p:nvSpPr>
          <p:cNvPr id="7" name="Flowchart: Preparation 6">
            <a:extLst>
              <a:ext uri="{FF2B5EF4-FFF2-40B4-BE49-F238E27FC236}">
                <a16:creationId xmlns:a16="http://schemas.microsoft.com/office/drawing/2014/main" id="{522D7F50-6D43-FAD9-DF2C-8D35CC703426}"/>
              </a:ext>
            </a:extLst>
          </p:cNvPr>
          <p:cNvSpPr/>
          <p:nvPr/>
        </p:nvSpPr>
        <p:spPr>
          <a:xfrm>
            <a:off x="0" y="5226428"/>
            <a:ext cx="1696720" cy="772177"/>
          </a:xfrm>
          <a:prstGeom prst="flowChartPreparation">
            <a:avLst/>
          </a:prstGeom>
          <a:solidFill>
            <a:srgbClr val="F7F7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444444"/>
                </a:solidFill>
              </a:rPr>
              <a:t>Action buttons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7E8A6D18-217B-D318-71F5-CB02FC7C94FB}"/>
              </a:ext>
            </a:extLst>
          </p:cNvPr>
          <p:cNvSpPr/>
          <p:nvPr/>
        </p:nvSpPr>
        <p:spPr>
          <a:xfrm rot="21057181" flipV="1">
            <a:off x="1109990" y="4813461"/>
            <a:ext cx="1372550" cy="207223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B562138-9228-1DA5-FEA9-304A626F50DD}"/>
              </a:ext>
            </a:extLst>
          </p:cNvPr>
          <p:cNvCxnSpPr>
            <a:cxnSpLocks/>
          </p:cNvCxnSpPr>
          <p:nvPr/>
        </p:nvCxnSpPr>
        <p:spPr>
          <a:xfrm>
            <a:off x="4123362" y="1053431"/>
            <a:ext cx="3945276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38688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pan dir="u"/>
        <p:sndAc>
          <p:stSnd>
            <p:snd r:embed="rId2" name="breeze.wav"/>
          </p:stSnd>
        </p:sndAc>
      </p:transition>
    </mc:Choice>
    <mc:Fallback>
      <p:transition>
        <p:fade/>
        <p:sndAc>
          <p:stSnd>
            <p:snd r:embed="rId2" name="breeze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animBg="1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A1DAC-EEDB-9BD2-F9B0-F7CB172066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8386" y="344950"/>
            <a:ext cx="9144000" cy="633851"/>
          </a:xfrm>
        </p:spPr>
        <p:txBody>
          <a:bodyPr>
            <a:noAutofit/>
          </a:bodyPr>
          <a:lstStyle/>
          <a:p>
            <a:r>
              <a:rPr lang="en-US" sz="3600" dirty="0">
                <a:solidFill>
                  <a:srgbClr val="4A4A4A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Platform Coverage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1CF56A-4CB6-4ABA-0B2D-1006EF68B7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137025"/>
            <a:ext cx="9144000" cy="3120775"/>
          </a:xfrm>
        </p:spPr>
        <p:txBody>
          <a:bodyPr/>
          <a:lstStyle/>
          <a:p>
            <a:r>
              <a:rPr lang="en-US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85559E-6FAC-DE92-6875-3E02F400EE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800" y="1330960"/>
            <a:ext cx="10651172" cy="4196080"/>
          </a:xfrm>
          <a:prstGeom prst="rect">
            <a:avLst/>
          </a:prstGeom>
          <a:effectLst>
            <a:glow rad="101600">
              <a:srgbClr val="C3C1C1">
                <a:alpha val="40000"/>
              </a:srgbClr>
            </a:glow>
            <a:outerShdw blurRad="50800" dist="38100" dir="10800000" algn="r" rotWithShape="0">
              <a:prstClr val="black">
                <a:alpha val="40000"/>
              </a:prstClr>
            </a:outerShdw>
            <a:softEdge rad="12700"/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71CC3D1-FDAB-8FBE-0C62-A75971FD6731}"/>
              </a:ext>
            </a:extLst>
          </p:cNvPr>
          <p:cNvSpPr txBox="1"/>
          <p:nvPr/>
        </p:nvSpPr>
        <p:spPr>
          <a:xfrm>
            <a:off x="1090699" y="5763567"/>
            <a:ext cx="105380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i="1" dirty="0">
                <a:latin typeface="Segoe UI" panose="020B0502040204020203" pitchFamily="34" charset="0"/>
                <a:cs typeface="Segoe UI" panose="020B0502040204020203" pitchFamily="34" charset="0"/>
              </a:rPr>
              <a:t>Wide range of workshops covering technical and creative fields.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2E9B668-11B3-24AE-F279-A9EEAD94B948}"/>
              </a:ext>
            </a:extLst>
          </p:cNvPr>
          <p:cNvCxnSpPr>
            <a:cxnSpLocks/>
          </p:cNvCxnSpPr>
          <p:nvPr/>
        </p:nvCxnSpPr>
        <p:spPr>
          <a:xfrm>
            <a:off x="4387065" y="984792"/>
            <a:ext cx="3945276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47929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pan dir="u"/>
        <p:sndAc>
          <p:stSnd>
            <p:snd r:embed="rId2" name="breeze.wav"/>
          </p:stSnd>
        </p:sndAc>
      </p:transition>
    </mc:Choice>
    <mc:Fallback>
      <p:transition>
        <p:fade/>
        <p:sndAc>
          <p:stSnd>
            <p:snd r:embed="rId2" name="breeze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17B2A-D81B-D246-25A5-B17074F467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1276"/>
            <a:ext cx="9144000" cy="597786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4A4A4A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Workshop Data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13F1D5-CD70-B892-0D3E-AAC2EB89BC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19210" y="5752623"/>
            <a:ext cx="9144000" cy="396240"/>
          </a:xfrm>
        </p:spPr>
        <p:txBody>
          <a:bodyPr>
            <a:normAutofit/>
          </a:bodyPr>
          <a:lstStyle/>
          <a:p>
            <a:r>
              <a:rPr lang="en-US" sz="2000" i="1" dirty="0">
                <a:latin typeface="Segoe UI" panose="020B0502040204020203" pitchFamily="34" charset="0"/>
                <a:cs typeface="Segoe UI" panose="020B0502040204020203" pitchFamily="34" charset="0"/>
              </a:rPr>
              <a:t>Excel-based data analysis representing the offered number of courses.</a:t>
            </a:r>
          </a:p>
          <a:p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EDCB24-9D0C-6BFE-DF48-6EE6265896E5}"/>
              </a:ext>
            </a:extLst>
          </p:cNvPr>
          <p:cNvCxnSpPr>
            <a:cxnSpLocks/>
          </p:cNvCxnSpPr>
          <p:nvPr/>
        </p:nvCxnSpPr>
        <p:spPr>
          <a:xfrm>
            <a:off x="3750067" y="1089062"/>
            <a:ext cx="477748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642215E1-82E3-84C8-7CC6-C8B106F6D0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3604" y="1401959"/>
            <a:ext cx="7530958" cy="4037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4690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pan dir="u"/>
        <p:sndAc>
          <p:stSnd>
            <p:snd r:embed="rId2" name="breeze.wav"/>
          </p:stSnd>
        </p:sndAc>
      </p:transition>
    </mc:Choice>
    <mc:Fallback>
      <p:transition>
        <p:fade/>
        <p:sndAc>
          <p:stSnd>
            <p:snd r:embed="rId2" name="breeze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00226-79E0-E272-B31E-F0491745F9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3317" y="678094"/>
            <a:ext cx="9144000" cy="719191"/>
          </a:xfrm>
        </p:spPr>
        <p:txBody>
          <a:bodyPr anchor="t">
            <a:normAutofit fontScale="90000"/>
          </a:bodyPr>
          <a:lstStyle/>
          <a:p>
            <a:r>
              <a:rPr lang="en-US" sz="3600" b="1" dirty="0">
                <a:solidFill>
                  <a:srgbClr val="4A4A4A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Design Decisions</a:t>
            </a:r>
            <a:br>
              <a:rPr lang="en-US" b="1" dirty="0">
                <a:solidFill>
                  <a:srgbClr val="4A4A4A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6836FD-E694-1DCC-410A-922E1A514A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3383" y="1707614"/>
            <a:ext cx="10048869" cy="4374687"/>
          </a:xfrm>
        </p:spPr>
        <p:txBody>
          <a:bodyPr>
            <a:normAutofit fontScale="40000" lnSpcReduction="20000"/>
          </a:bodyPr>
          <a:lstStyle/>
          <a:p>
            <a:pPr marL="342900" indent="-342900" algn="l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US" sz="6000" dirty="0">
                <a:latin typeface="Segoe UI" panose="020B0502040204020203" pitchFamily="34" charset="0"/>
                <a:cs typeface="Segoe UI" panose="020B0502040204020203" pitchFamily="34" charset="0"/>
              </a:rPr>
              <a:t>Dark theme chosen for a modern tech-focused look.</a:t>
            </a:r>
          </a:p>
          <a:p>
            <a:pPr marL="342900" indent="-342900" algn="l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US" sz="6000" dirty="0">
                <a:latin typeface="Segoe UI" panose="020B0502040204020203" pitchFamily="34" charset="0"/>
                <a:cs typeface="Segoe UI" panose="020B0502040204020203" pitchFamily="34" charset="0"/>
              </a:rPr>
              <a:t>Purple and red accents used for visual hierarchy.</a:t>
            </a:r>
          </a:p>
          <a:p>
            <a:pPr marL="342900" indent="-342900" algn="l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US" sz="6000" dirty="0">
                <a:latin typeface="Segoe UI" panose="020B0502040204020203" pitchFamily="34" charset="0"/>
                <a:cs typeface="Segoe UI" panose="020B0502040204020203" pitchFamily="34" charset="0"/>
              </a:rPr>
              <a:t>Card-based layout for easy scanning.</a:t>
            </a:r>
          </a:p>
          <a:p>
            <a:pPr marL="342900" indent="-342900" algn="l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US" sz="6000" dirty="0">
                <a:latin typeface="Segoe UI" panose="020B0502040204020203" pitchFamily="34" charset="0"/>
                <a:cs typeface="Segoe UI" panose="020B0502040204020203" pitchFamily="34" charset="0"/>
              </a:rPr>
              <a:t>Consistent typography and spacing across sections.</a:t>
            </a:r>
          </a:p>
          <a:p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B948C12-300B-0B9E-D760-C1C9127BE133}"/>
              </a:ext>
            </a:extLst>
          </p:cNvPr>
          <p:cNvCxnSpPr>
            <a:cxnSpLocks/>
          </p:cNvCxnSpPr>
          <p:nvPr/>
        </p:nvCxnSpPr>
        <p:spPr>
          <a:xfrm>
            <a:off x="4520629" y="1276564"/>
            <a:ext cx="332882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58435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pan dir="u"/>
        <p:sndAc>
          <p:stSnd>
            <p:snd r:embed="rId2" name="breeze.wav"/>
          </p:stSnd>
        </p:sndAc>
      </p:transition>
    </mc:Choice>
    <mc:Fallback>
      <p:transition>
        <p:fade/>
        <p:sndAc>
          <p:stSnd>
            <p:snd r:embed="rId2" name="breeze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A42E3-FBE6-7513-4454-FD12E73978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26725"/>
            <a:ext cx="9144000" cy="821931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4A4A4A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Demo Link &amp; GitHub 💻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0E5C26-0EA4-F23B-D27F-A8D894C342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4674" y="2250040"/>
            <a:ext cx="9743326" cy="3007760"/>
          </a:xfrm>
        </p:spPr>
        <p:txBody>
          <a:bodyPr/>
          <a:lstStyle/>
          <a:p>
            <a:pPr marL="342900" lvl="0" indent="-342900" algn="l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Live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Website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: </a:t>
            </a:r>
            <a:r>
              <a:rPr lang="en-US" sz="1600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https://its-abuzar.github.io/Tech-Workshop-Website/index.html</a:t>
            </a:r>
            <a:endParaRPr lang="en-US" sz="1600" dirty="0">
              <a:solidFill>
                <a:srgbClr val="0070C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lvl="0" indent="-342900" algn="l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GitHub Repository : </a:t>
            </a:r>
            <a:r>
              <a:rPr lang="en-US" sz="1600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https://its-abuzar.github.io/Tech-Workshop-Website/index.html</a:t>
            </a:r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2C4639C-68DD-551B-FE03-500A34B912DE}"/>
              </a:ext>
            </a:extLst>
          </p:cNvPr>
          <p:cNvCxnSpPr>
            <a:cxnSpLocks/>
          </p:cNvCxnSpPr>
          <p:nvPr/>
        </p:nvCxnSpPr>
        <p:spPr>
          <a:xfrm>
            <a:off x="3647326" y="1553966"/>
            <a:ext cx="4746661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760461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  <p:sndAc>
          <p:stSnd>
            <p:snd r:embed="rId2" name="breeze.wav"/>
          </p:stSnd>
        </p:sndAc>
      </p:transition>
    </mc:Choice>
    <mc:Fallback>
      <p:transition spd="slow">
        <p:fade/>
        <p:sndAc>
          <p:stSnd>
            <p:snd r:embed="rId2" name="breeze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0E034-C2F4-05F8-2E63-83B3845D82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65080"/>
            <a:ext cx="9144000" cy="92279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rgbClr val="4A4A4A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Reflection &amp; Future Enhancements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AA7792-B243-C820-5118-8D34F2ACEF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9739" y="2085660"/>
            <a:ext cx="9928261" cy="4037735"/>
          </a:xfrm>
        </p:spPr>
        <p:txBody>
          <a:bodyPr>
            <a:normAutofit fontScale="92500" lnSpcReduction="20000"/>
          </a:bodyPr>
          <a:lstStyle/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latin typeface="Segoe UI" panose="020B0502040204020203" pitchFamily="34" charset="0"/>
                <a:cs typeface="Segoe UI" panose="020B0502040204020203" pitchFamily="34" charset="0"/>
              </a:rPr>
              <a:t>Successfully implemented a structured workshop showcase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latin typeface="Segoe UI" panose="020B0502040204020203" pitchFamily="34" charset="0"/>
                <a:cs typeface="Segoe UI" panose="020B0502040204020203" pitchFamily="34" charset="0"/>
              </a:rPr>
              <a:t>Improved understanding of UI design principles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latin typeface="Segoe UI" panose="020B0502040204020203" pitchFamily="34" charset="0"/>
                <a:cs typeface="Segoe UI" panose="020B0502040204020203" pitchFamily="34" charset="0"/>
              </a:rPr>
              <a:t>Future plans include: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Segoe UI" panose="020B0502040204020203" pitchFamily="34" charset="0"/>
                <a:cs typeface="Segoe UI" panose="020B0502040204020203" pitchFamily="34" charset="0"/>
              </a:rPr>
              <a:t>    Individual course detail pages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Segoe UI" panose="020B0502040204020203" pitchFamily="34" charset="0"/>
                <a:cs typeface="Segoe UI" panose="020B0502040204020203" pitchFamily="34" charset="0"/>
              </a:rPr>
              <a:t>    Online registration system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Segoe UI" panose="020B0502040204020203" pitchFamily="34" charset="0"/>
                <a:cs typeface="Segoe UI" panose="020B0502040204020203" pitchFamily="34" charset="0"/>
              </a:rPr>
              <a:t>    Backend database integration</a:t>
            </a:r>
          </a:p>
          <a:p>
            <a:endParaRPr lang="en-US" sz="9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479055-D898-2A85-4BCB-28365277D9FB}"/>
              </a:ext>
            </a:extLst>
          </p:cNvPr>
          <p:cNvCxnSpPr>
            <a:cxnSpLocks/>
          </p:cNvCxnSpPr>
          <p:nvPr/>
        </p:nvCxnSpPr>
        <p:spPr>
          <a:xfrm>
            <a:off x="2578813" y="1595063"/>
            <a:ext cx="7078895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58500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pan dir="u"/>
        <p:sndAc>
          <p:stSnd>
            <p:snd r:embed="rId2" name="breeze.wav"/>
          </p:stSnd>
        </p:sndAc>
      </p:transition>
    </mc:Choice>
    <mc:Fallback>
      <p:transition>
        <p:fade/>
        <p:sndAc>
          <p:stSnd>
            <p:snd r:embed="rId2" name="breeze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235</Words>
  <Application>Microsoft Office PowerPoint</Application>
  <PresentationFormat>Widescreen</PresentationFormat>
  <Paragraphs>41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Calibri</vt:lpstr>
      <vt:lpstr>Calibri Light</vt:lpstr>
      <vt:lpstr>Courier New</vt:lpstr>
      <vt:lpstr>Segoe UI</vt:lpstr>
      <vt:lpstr>Segoe UI Semibold</vt:lpstr>
      <vt:lpstr>Wingdings</vt:lpstr>
      <vt:lpstr>Office Theme</vt:lpstr>
      <vt:lpstr>Tech Workshops Platform</vt:lpstr>
      <vt:lpstr>Project Objectives</vt:lpstr>
      <vt:lpstr>Website Overview</vt:lpstr>
      <vt:lpstr>Workshop Categories</vt:lpstr>
      <vt:lpstr>Course Card Design</vt:lpstr>
      <vt:lpstr>Platform Coverage</vt:lpstr>
      <vt:lpstr>Workshop Data Analysis</vt:lpstr>
      <vt:lpstr>Design Decisions </vt:lpstr>
      <vt:lpstr>Demo Link &amp; GitHub 💻</vt:lpstr>
      <vt:lpstr>Reflection &amp; Future Enhancements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hamdah khalid</dc:creator>
  <cp:lastModifiedBy>hamdah khalid</cp:lastModifiedBy>
  <cp:revision>1</cp:revision>
  <dcterms:created xsi:type="dcterms:W3CDTF">2026-01-03T10:53:45Z</dcterms:created>
  <dcterms:modified xsi:type="dcterms:W3CDTF">2026-01-04T17:32:50Z</dcterms:modified>
</cp:coreProperties>
</file>